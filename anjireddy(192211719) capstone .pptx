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77" r:id="rId8"/>
    <p:sldId id="264" r:id="rId9"/>
    <p:sldId id="262" r:id="rId10"/>
    <p:sldId id="265" r:id="rId11"/>
    <p:sldId id="267" r:id="rId12"/>
    <p:sldId id="272" r:id="rId13"/>
    <p:sldId id="269" r:id="rId14"/>
    <p:sldId id="268" r:id="rId15"/>
    <p:sldId id="275" r:id="rId16"/>
    <p:sldId id="271" r:id="rId17"/>
    <p:sldId id="273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1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394D1-B6C3-48D6-98F7-5F29D7270052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93805-4F50-45AF-B1F3-A5E32893005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93805-4F50-45AF-B1F3-A5E32893005C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0389E-1208-4D0C-B248-78046ED97B7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450FC-058C-4F31-A5F6-452D324B528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8625" y="358047"/>
            <a:ext cx="1133475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8146" y="2752607"/>
            <a:ext cx="9684327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en-US" sz="3200" b="1" dirty="0">
                <a:latin typeface="Times New Roman" panose="02020603050405020304"/>
                <a:ea typeface="Calibri" panose="020F0502020204030204"/>
                <a:cs typeface="Times New Roman" panose="02020603050405020304"/>
                <a:sym typeface="Times New Roman" panose="02020603050405020304"/>
              </a:rPr>
              <a:t>ONLINE API TESTING PLATFORM USING WEB UI</a:t>
            </a:r>
            <a:endParaRPr lang="en-US" altLang="en-US" sz="3200" b="1" dirty="0">
              <a:latin typeface="Times New Roman" panose="02020603050405020304"/>
              <a:ea typeface="Calibri" panose="020F05020202040302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570" y="4603829"/>
            <a:ext cx="6094268" cy="101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 smtClean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Supervisor</a:t>
            </a:r>
            <a:endParaRPr lang="en-US" sz="2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12700" marR="475615">
              <a:lnSpc>
                <a:spcPct val="101000"/>
              </a:lnSpc>
              <a:spcBef>
                <a:spcPts val="30"/>
              </a:spcBef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JAISHARMA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KRISHNAMOORTHY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105"/>
              </a:lnSpc>
            </a:pP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</a:t>
            </a:r>
            <a:r>
              <a:rPr lang="en-US" sz="1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r>
              <a:rPr lang="en-US"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866" y="4603829"/>
            <a:ext cx="3047134" cy="160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Calibri" panose="020F0502020204030204"/>
              </a:rPr>
              <a:t>By</a:t>
            </a:r>
            <a:endParaRPr lang="en-US" sz="2400" b="1" spc="-10" dirty="0">
              <a:solidFill>
                <a:srgbClr val="FF0000"/>
              </a:solidFill>
              <a:latin typeface="Algerian" panose="04020705040A02060702" pitchFamily="82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altLang="en-US" b="1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Anjireddy</a:t>
            </a:r>
            <a:r>
              <a:rPr lang="en-US" b="1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(19221</a:t>
            </a:r>
            <a:r>
              <a:rPr lang="en-IN" altLang="en-US" b="1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1719</a:t>
            </a:r>
            <a:r>
              <a:rPr lang="en-US" b="1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spc="-6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altLang="en-US" b="1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manohar--(192210723)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52189" y="2126827"/>
            <a:ext cx="8716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CSA3716- Software Testing for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Automation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7259" y="377969"/>
            <a:ext cx="442999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02336" y="1850275"/>
            <a:ext cx="6078851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API Testing Platform Using Web UI supports critical workflows such as API request creation, HTTP method execution, response viewing, and real-time validation of endpoints.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reliability and accuracy, testing must validate request handling, response correctness, status codes, and error management.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end-to-end evaluation of API functionality, usability of the web interface, and secure handling of request/response data.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37811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73" y="377969"/>
            <a:ext cx="1133475" cy="1343025"/>
          </a:xfrm>
          <a:prstGeom prst="rect">
            <a:avLst/>
          </a:prstGeom>
        </p:spPr>
      </p:pic>
      <p:pic>
        <p:nvPicPr>
          <p:cNvPr id="1026" name="Picture 2" descr="HealthcareUses and benefits of the healthcare ap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916" y="2275615"/>
            <a:ext cx="4926748" cy="332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hatGPT Image May 23, 2026, 07_37_04 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440" y="2077720"/>
            <a:ext cx="5285740" cy="3523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0631" y="471770"/>
            <a:ext cx="3955677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1830" y="1572260"/>
            <a:ext cx="11374755" cy="5101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Scope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API workflows: GET, POST, PUT, DELETE request handling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API authentication &amp; request validation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API response behavior and backend accuracy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proper error handling for invalid URLs and methods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response status codes and JSON data correctness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 Web UI (Flask-based platform)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 Python (Flask Framework)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 Requests: Requests Library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 HTML, CSS, JavaScript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818" y="377969"/>
            <a:ext cx="1524000" cy="1343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" y="377969"/>
            <a:ext cx="1133475" cy="13430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283" y="63789"/>
            <a:ext cx="11943916" cy="1343025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rgbClr val="FF0000"/>
                </a:solidFill>
                <a:latin typeface="Algerian" panose="04020705040A02060702" pitchFamily="82" charset="0"/>
              </a:rPr>
              <a:t>MODULE 1:CLINICAL AND FUNCTIONALITY TESTING </a:t>
            </a:r>
            <a:endParaRPr lang="en-IN" sz="3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097" y="1424276"/>
            <a:ext cx="8584566" cy="4627995"/>
          </a:xfrm>
        </p:spPr>
        <p:txBody>
          <a:bodyPr>
            <a:normAutofit fontScale="5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the main API testing features of the web platform: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URL input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method selection (GET, POST, PUT, DELETE)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body and header configuration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display section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API result validation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Module 1 Works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API URL in the web interface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allows selection of HTTP method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optionally enters request data (JSON, headers)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is sent to the backend API handler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fetches response from server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(data, status code, errors) are displayed instantly in UI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808" y="63789"/>
            <a:ext cx="1133475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109" y="63789"/>
            <a:ext cx="1524000" cy="13430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MODULE 1-SYSTEM ARCHITECTURE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943898" y="1825625"/>
            <a:ext cx="94193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MODULE 1 - TESTCASES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4000" y="1575435"/>
          <a:ext cx="11817350" cy="5095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90930"/>
                <a:gridCol w="2764155"/>
                <a:gridCol w="2654300"/>
                <a:gridCol w="2653665"/>
                <a:gridCol w="2654300"/>
              </a:tblGrid>
              <a:tr h="127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 SCENARIO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DESCRIPTION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INPUT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27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TC1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URL Input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user enters valid API URL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https://jsonplaceholder.typicode.com/posts/1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accepted successfully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27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GET Request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GET request retrieves data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= GET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data displayed with status code 200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27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TC3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 Request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POST request sends new data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= POST + JSON Body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data created successfully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1245" y="232496"/>
            <a:ext cx="1524000" cy="1343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89" y="232496"/>
            <a:ext cx="1133475" cy="134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437" y="124979"/>
            <a:ext cx="10515600" cy="1325563"/>
          </a:xfrm>
        </p:spPr>
        <p:txBody>
          <a:bodyPr>
            <a:normAutofit/>
          </a:bodyPr>
          <a:lstStyle/>
          <a:p>
            <a:r>
              <a:rPr lang="en-US" sz="3300" dirty="0">
                <a:solidFill>
                  <a:srgbClr val="FF0000"/>
                </a:solidFill>
                <a:latin typeface="Algerian" panose="04020705040A02060702" pitchFamily="82" charset="0"/>
              </a:rPr>
              <a:t>Module 2: SECURITY AND USABILITY TESTING</a:t>
            </a:r>
            <a:endParaRPr lang="en-IN" sz="33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438" y="1209368"/>
            <a:ext cx="12216244" cy="56577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using Web UI / Postman to validate: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Access Control (authorized/unauthorized requests)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Validation (JWT/API keys authentication)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(secure request &amp; response handling)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intuitive Web UI for API testing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for selecting HTTP methods and entering API URL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layout for request and response display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support (readable fonts, proper buttons, contrast colors)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workflow without user confusion or delay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63" y="124979"/>
            <a:ext cx="1133475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525" y="124979"/>
            <a:ext cx="1514475" cy="134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MODULE 2 - TESTCASES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7320" y="1452880"/>
          <a:ext cx="11889105" cy="52260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68425"/>
                <a:gridCol w="2731770"/>
                <a:gridCol w="2649855"/>
                <a:gridCol w="2315210"/>
                <a:gridCol w="2823845"/>
              </a:tblGrid>
              <a:tr h="8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 SCENARIO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DESCRIPTION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PRE-CONDITION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203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TC4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 Request Testing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endpoint without token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PUT request updates existing data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data updated successfully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57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TC5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Request Testing 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API with expired token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DELETE request removes data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data deleted successfully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57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TC6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 API Ruquest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masking of sensitive fields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system behavior with wrong API URL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data updated successfully</a:t>
                      </a:r>
                      <a:endParaRPr lang="en-US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5933" y="-87"/>
            <a:ext cx="1524000" cy="1343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7" y="109768"/>
            <a:ext cx="1133475" cy="134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FLOWCHART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28118" y="212508"/>
            <a:ext cx="1524000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91" y="365125"/>
            <a:ext cx="1133475" cy="1343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96247" y="6198870"/>
            <a:ext cx="796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latin typeface="Arial Narrow" panose="020B0606020202030204" pitchFamily="34" charset="0"/>
                <a:ea typeface="Segoe UI Emoji" panose="020B0502040204020203" pitchFamily="34" charset="0"/>
              </a:rPr>
              <a:t>MODULE 3</a:t>
            </a:r>
            <a:endParaRPr lang="en-IN" sz="800" b="1" dirty="0">
              <a:latin typeface="Arial Narrow" panose="020B0606020202030204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50918" y="1690688"/>
            <a:ext cx="7855527" cy="50623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1" name="AutoShape 6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664" y="2069933"/>
            <a:ext cx="6944135" cy="4422942"/>
          </a:xfrm>
          <a:prstGeom prst="rect">
            <a:avLst/>
          </a:prstGeom>
        </p:spPr>
      </p:pic>
      <p:pic>
        <p:nvPicPr>
          <p:cNvPr id="4" name="Picture 3" descr="ChatGPT Image May 23, 2026, 08_26_26 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745" y="1691005"/>
            <a:ext cx="7854950" cy="5058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65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TECHNIQUE’s  USED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2283" y="1838632"/>
          <a:ext cx="11267769" cy="385424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1845"/>
                <a:gridCol w="2634519"/>
                <a:gridCol w="7791405"/>
              </a:tblGrid>
              <a:tr h="4445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Technique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in This Project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8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Testing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of API request and response workflow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8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Testing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API endpoints using GET, POST, PUT, DELETE methods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8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Testing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  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Checking response timeand sever performace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68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Testing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Token validation and secure access Checks 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68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 Testing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Flow And Experience Evaluation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7391" y="108189"/>
            <a:ext cx="1524000" cy="1343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17" y="0"/>
            <a:ext cx="1133475" cy="13430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597" y="697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VS IMPLEMENTATION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5125" y="61044"/>
            <a:ext cx="1524000" cy="13430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5" y="50257"/>
            <a:ext cx="1133475" cy="134302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2770" y="2331720"/>
            <a:ext cx="6035040" cy="4003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450" y="2331720"/>
            <a:ext cx="4885690" cy="4107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 IMPLEMENTATION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0771" y="215870"/>
            <a:ext cx="1524000" cy="13430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80" y="218210"/>
            <a:ext cx="1133475" cy="134302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2830" y="1825625"/>
            <a:ext cx="4827270" cy="43516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225" y="1691005"/>
            <a:ext cx="5249545" cy="44869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RESULT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8320" y="3502025"/>
            <a:ext cx="11287760" cy="3356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DISCUSSION </a:t>
            </a:r>
            <a:endParaRPr lang="en-US" sz="44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API Testing Platform proved to be effective for validating REST APIs through a simple web interface.All functionalities matched expected outcomes, ensuring: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Accurate API response display in JSON format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Proper handling of GET, POST, PUT, DELETE methods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Reliable error detection for invalid API requests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User-friendly interface for easy API testing and debugging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improvements such as adding authentication support, saving test history, and response time analytics can further enhance the system for advanced usage.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2629" y="107806"/>
            <a:ext cx="1524000" cy="1343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71" y="107806"/>
            <a:ext cx="1133475" cy="1343025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28320" y="1372235"/>
            <a:ext cx="11015345" cy="2274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core modules—API request handling (GET, POST, PUT, DELETE), response display, and error handling—performed correctly.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responses were accurate and returned proper JSON data under different test scenarios.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 codes (200, 404, 500) were correctly validated for different API inputs.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handled valid and invalid API URLs with proper output messages.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Future Enhancement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07473" y="1977212"/>
            <a:ext cx="10374161" cy="439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API Error Detection &amp; Smart Suggestions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API Monitoring and Performance Tracking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 for Secure User Access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Chatbot for 24/7 User Assistance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API Test Report Generation and Export Feature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81" y="365125"/>
            <a:ext cx="1524000" cy="1343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73" y="365125"/>
            <a:ext cx="1133475" cy="134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Conclusion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566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API Testing Platform Using Web UI ensures accurate, secure, and reliable API testing for different web services.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applying functional, performance, security, and usability testing, the platform becomes more efficient and user-friendly.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validates API responses, status codes, request methods, and error handling under different scenarios.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well-tested API platform improves developer productivity, testing accuracy, and overall application reliability.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enhancements and testing are essential to maintain system performance, security, and user satisfaction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882" y="347663"/>
            <a:ext cx="1133475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118" y="230188"/>
            <a:ext cx="1524000" cy="134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Cool Thank You PowerPoint Template - SlideKi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5429</Words>
  <Application>WPS Presentation</Application>
  <PresentationFormat>Widescreen</PresentationFormat>
  <Paragraphs>230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Times New Roman</vt:lpstr>
      <vt:lpstr>Calibri</vt:lpstr>
      <vt:lpstr>Algerian</vt:lpstr>
      <vt:lpstr>Arial Narrow</vt:lpstr>
      <vt:lpstr>Segoe UI Emoji</vt:lpstr>
      <vt:lpstr>Microsoft YaHei</vt:lpstr>
      <vt:lpstr>Arial Unicode MS</vt:lpstr>
      <vt:lpstr>Aptos Display</vt:lpstr>
      <vt:lpstr>Segoe UI Variable Display</vt:lpstr>
      <vt:lpstr>Aptos</vt:lpstr>
      <vt:lpstr>Segoe UI</vt:lpstr>
      <vt:lpstr>Office Theme</vt:lpstr>
      <vt:lpstr>PowerPoint 演示文稿</vt:lpstr>
      <vt:lpstr>INTRODUCTION</vt:lpstr>
      <vt:lpstr>OBJECTIVES</vt:lpstr>
      <vt:lpstr>MODULE 1:CLINICAL AND FUNCTIONALITY TESTING </vt:lpstr>
      <vt:lpstr>MODULE 1-SYSTEM ARCHITECTURE</vt:lpstr>
      <vt:lpstr>MODULE 1 - TESTCASES</vt:lpstr>
      <vt:lpstr>Module 2: SECURITY AND USABILITY TESTING</vt:lpstr>
      <vt:lpstr>MODULE 2 - TESTCASES</vt:lpstr>
      <vt:lpstr>FLOWCHART</vt:lpstr>
      <vt:lpstr>TECHNIQUE’s  USED</vt:lpstr>
      <vt:lpstr>POSTMAN IMPLEMENTATION</vt:lpstr>
      <vt:lpstr> IMPLEMENTATION</vt:lpstr>
      <vt:lpstr>RESULT</vt:lpstr>
      <vt:lpstr>Future Enhancement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ROOBINI S</dc:creator>
  <cp:lastModifiedBy>Anjireddy Kesara</cp:lastModifiedBy>
  <cp:revision>10</cp:revision>
  <dcterms:created xsi:type="dcterms:W3CDTF">2025-12-01T07:23:00Z</dcterms:created>
  <dcterms:modified xsi:type="dcterms:W3CDTF">2026-05-23T15:32:39Z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C31177F9C03341ADBD9745884F727D16_13</vt:lpwstr>
  </property>
</Properties>
</file>